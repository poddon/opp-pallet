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12188825" cy="8394065"/>
  <p:notesSz cx="8394065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47472"/>
            <a:ext cx="84124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kern="0" spc="6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СЕРТИФИКАТ</a:t>
            </a:r>
            <a:endParaRPr lang="en-US" sz="5800" dirty="0"/>
          </a:p>
        </p:txBody>
      </p:sp>
      <p:sp>
        <p:nvSpPr>
          <p:cNvPr id="3" name="Shape 1"/>
          <p:cNvSpPr/>
          <p:nvPr/>
        </p:nvSpPr>
        <p:spPr>
          <a:xfrm>
            <a:off x="457200" y="2176272"/>
            <a:ext cx="457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121408"/>
            <a:ext cx="69494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соответствия компетенции</a:t>
            </a:r>
            <a:endParaRPr lang="en-US" sz="3200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58368" y="2578608"/>
            <a:ext cx="69494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«Индустрия 4.0 и</a:t>
            </a:r>
            <a:endParaRPr lang="en-US" sz="4000" b="1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58495" y="3108960"/>
            <a:ext cx="8202930" cy="530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экономике производства»</a:t>
            </a:r>
            <a:endParaRPr lang="en-US" sz="4400" b="1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38785" y="5102098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НАСТОЯЩИМ </a:t>
            </a:r>
            <a:r>
              <a:rPr lang="ru-RU" altLang="en-US" sz="18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УДОСТОВЕРЯЕТ</a:t>
            </a:r>
            <a:r>
              <a:rPr lang="en-US" sz="18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, ЧТО</a:t>
            </a:r>
            <a:endParaRPr lang="en-US" sz="1800" b="1" dirty="0">
              <a:solidFill>
                <a:srgbClr val="1A1A1A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38785" y="5570855"/>
            <a:ext cx="6096635" cy="4476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{{ФИО}}</a:t>
            </a:r>
            <a:endParaRPr lang="en-US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39420" y="6018530"/>
            <a:ext cx="4472305" cy="1270"/>
          </a:xfrm>
          <a:prstGeom prst="line">
            <a:avLst/>
          </a:prstGeom>
          <a:noFill/>
          <a:ln w="17145">
            <a:solidFill>
              <a:srgbClr val="1A1A1A"/>
            </a:solidFill>
            <a:prstDash val="solid"/>
          </a:ln>
        </p:spPr>
      </p:sp>
      <p:sp>
        <p:nvSpPr>
          <p:cNvPr id="13" name="Text Course"/>
          <p:cNvSpPr/>
          <p:nvPr/>
        </p:nvSpPr>
        <p:spPr>
          <a:xfrm>
            <a:off x="438785" y="6102858"/>
            <a:ext cx="786384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ru-RU" sz="1400" b="1" dirty="0">
                <a:solidFill>
                  <a:srgbClr val="1A1A1A"/>
                </a:solidFill>
                <a:latin typeface="Arial" panose="020B0604020202020204"/>
              </a:rPr>
              <a:t>Прослушал(а) курс продолжительностью 16 часов</a:t>
            </a:r>
            <a:endParaRPr lang="ru-RU" sz="1400" b="1" dirty="0">
              <a:solidFill>
                <a:srgbClr val="1A1A1A"/>
              </a:solidFill>
              <a:latin typeface="Arial" panose="020B0604020202020204"/>
            </a:endParaRPr>
          </a:p>
          <a:p>
            <a:pPr marL="0" indent="0">
              <a:lnSpc>
                <a:spcPts val="2000"/>
              </a:lnSpc>
              <a:buNone/>
            </a:pPr>
            <a:r>
              <a:rPr lang="ru-RU" sz="1400" b="1" dirty="0">
                <a:solidFill>
                  <a:srgbClr val="1A1A1A"/>
                </a:solidFill>
                <a:latin typeface="Arial" panose="020B0604020202020204"/>
              </a:rPr>
              <a:t>на «Опытном производстве поддонов»</a:t>
            </a:r>
            <a:endParaRPr lang="ru-RU" sz="1400" b="1" dirty="0">
              <a:solidFill>
                <a:srgbClr val="1A1A1A"/>
              </a:solidFill>
              <a:latin typeface="Arial" panose="020B0604020202020204"/>
            </a:endParaRPr>
          </a:p>
          <a:p>
            <a:pPr marL="0" indent="0">
              <a:lnSpc>
                <a:spcPts val="2000"/>
              </a:lnSpc>
              <a:buNone/>
            </a:pPr>
            <a:r>
              <a:rPr lang="ru-RU" sz="1400" b="1" dirty="0">
                <a:solidFill>
                  <a:srgbClr val="1A1A1A"/>
                </a:solidFill>
                <a:latin typeface="Arial" panose="020B0604020202020204"/>
              </a:rPr>
              <a:t>Результат итогового тестирования: </a:t>
            </a:r>
            <a:r>
              <a:rPr lang="ru-RU" sz="1400" b="1" dirty="0">
                <a:solidFill>
                  <a:srgbClr val="1A1A1A"/>
                </a:solidFill>
                <a:latin typeface="Arial" panose="020B0604020202020204"/>
              </a:rPr>
              <a:t>{{ПРОЦЕНТ}}%</a:t>
            </a:r>
          </a:p>
        </p:txBody>
      </p:sp>
      <p:sp>
        <p:nvSpPr>
          <p:cNvPr id="10" name="Text 8"/>
          <p:cNvSpPr/>
          <p:nvPr/>
        </p:nvSpPr>
        <p:spPr>
          <a:xfrm>
            <a:off x="438785" y="7206615"/>
            <a:ext cx="3653790" cy="4559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Руководитель проекта 1-го уровня</a:t>
            </a:r>
            <a:endParaRPr lang="en-US" sz="1200" dirty="0">
              <a:solidFill>
                <a:srgbClr val="1A1A1A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0" indent="0" algn="l">
              <a:buNone/>
            </a:pPr>
            <a:r>
              <a:rPr lang="en-US" altLang="en-US" sz="12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"Опытно</a:t>
            </a:r>
            <a:r>
              <a:rPr lang="ru-RU" altLang="en-US" sz="12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го</a:t>
            </a:r>
            <a:r>
              <a:rPr lang="en-US" altLang="en-US" sz="12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производств</a:t>
            </a:r>
            <a:r>
              <a:rPr lang="ru-RU" altLang="en-US" sz="12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а</a:t>
            </a:r>
            <a:r>
              <a:rPr lang="en-US" altLang="en-US" sz="12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поддонов" </a:t>
            </a:r>
            <a:endParaRPr lang="en-US" altLang="en-US" sz="1200" dirty="0">
              <a:solidFill>
                <a:srgbClr val="1A1A1A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0" indent="0" algn="l">
              <a:buNone/>
            </a:pPr>
            <a:r>
              <a:rPr lang="en-US" altLang="en-US" sz="1200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Службы администрирования образовательного кластера АО "ОЭЗ ППТ "Алабуга"</a:t>
            </a:r>
            <a:endParaRPr lang="en-US" altLang="en-US" sz="1200" dirty="0">
              <a:solidFill>
                <a:srgbClr val="1A1A1A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073" y="7785608"/>
            <a:ext cx="6583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Гизетдинов Р.Р</a:t>
            </a:r>
            <a:endParaRPr lang="en-US" sz="1400" b="1" dirty="0">
              <a:solidFill>
                <a:srgbClr val="1A1A1A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646920" y="7662672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1A1A1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2026 г.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344</Words>
  <Application>WPS Presentation</Application>
  <PresentationFormat>On-screen Show (16:9)</PresentationFormat>
  <Paragraphs>24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SimSun</vt:lpstr>
      <vt:lpstr>Wingdings</vt:lpstr>
      <vt:lpstr>Arial</vt:lpstr>
      <vt:lpstr>Arial</vt:lpstr>
      <vt:lpstr>Arial</vt:lpstr>
      <vt:lpstr>Calibri</vt:lpstr>
      <vt:lpstr>Microsoft YaHei</vt:lpstr>
      <vt:lpstr>Arial Unicode MS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Сертификат соответствия компетенции</dc:title>
  <dc:creator>Алабуга</dc:creator>
  <dc:subject>Индустрия 4.0 и экономике производства</dc:subject>
  <cp:lastModifiedBy>Диляра Ахтямова</cp:lastModifiedBy>
  <cp:revision>10</cp:revision>
  <dcterms:created xsi:type="dcterms:W3CDTF">2026-08-27T19:39:00Z</dcterms:created>
  <dcterms:modified xsi:type="dcterms:W3CDTF">2026-09-04T11:14:21Z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0C9C2E21FE214C16A9D2CE96F9312098_13</vt:lpwstr>
  </property>
  <property fmtid="{D5CDD505-2E9C-101B-9397-08002B2CF9AE}" pid="3" name="KSOProductBuildVer">
    <vt:lpwstr>1049-12.1.0.28485</vt:lpwstr>
  </property>
</Properties>
</file>